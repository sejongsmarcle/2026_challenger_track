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slide" Target="slides/slide8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Medium-italic.fntdata"/><Relationship Id="rId6" Type="http://schemas.openxmlformats.org/officeDocument/2006/relationships/slide" Target="slides/slide1.xml"/><Relationship Id="rId18" Type="http://schemas.openxmlformats.org/officeDocument/2006/relationships/font" Target="fonts/Urbanis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90f42e7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90f42e72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90f42e72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90f42e724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85548" y="2145952"/>
            <a:ext cx="722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SYNC:US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24275" y="3006923"/>
            <a:ext cx="47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3차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월간공유회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김석현(팀장), 최명진, 김민서 이가인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619750" y="3854648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862512" y="4330898"/>
            <a:ext cx="246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수어 학습 도우미 서비스 개발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1891"/>
            <a:ext cx="3555950" cy="2301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991891"/>
            <a:ext cx="3555950" cy="2301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991891"/>
            <a:ext cx="3556099" cy="23011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9729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멘토링 킥오프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449216"/>
            <a:ext cx="2965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멘토님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조언을 통한 기술 스택 및 프로젝트 방향성 구체화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13225" y="39729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역할 및 프로세스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13175" y="4356016"/>
            <a:ext cx="2965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UI/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UX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데이터 추출, 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랜드마크추출, DTW알고리즘 구축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등 4대 핵심 분야 역할 분담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59675" y="39729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인프라 구축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9675" y="4449216"/>
            <a:ext cx="29655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GitHub 협업 환경 조성 및 하드웨어/예산 구매 계획 수립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31574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331574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331574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950862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주요 활동 하이라이트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2645568" y="2333625"/>
            <a:ext cx="6900862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01. 멘토 킥오프 및 전략 수립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933825" y="4436715"/>
            <a:ext cx="43243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전문가 멘토링을 통한 프로젝트 핵심 전략 도출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1713607"/>
            <a:ext cx="52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킥오프 회의 내용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04838" y="2818507"/>
            <a:ext cx="46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예산 사용전략 </a:t>
            </a:r>
            <a:r>
              <a:rPr b="1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클라우드 대신 Jetson Nano, Raspberry Pi </a:t>
            </a: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등 구매추천, 한이음드림업에서 제공하는 예산 최대한 사용추천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04863" y="3982207"/>
            <a:ext cx="4619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신속한 승인 요청: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한이음 측의 빠른 승인을 위해 고가 장비 우선 신청 및 확보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04875" y="4799707"/>
            <a:ext cx="4619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질의응답</a:t>
            </a:r>
            <a:r>
              <a:rPr b="1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역할분담, 멘토에게 궁금한 점, 데이터 수집방법 등 궁금한 내용 자유롭게 질문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818507"/>
            <a:ext cx="13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982207"/>
            <a:ext cx="13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479970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2880850" y="2362925"/>
            <a:ext cx="5990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02. 팀 역할 분담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829050" y="4436715"/>
            <a:ext cx="45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핵심기술별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담당자 지정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12875" y="2130183"/>
            <a:ext cx="5600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854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EF264"/>
              </a:buClr>
              <a:buSzPts val="2004"/>
              <a:buFont typeface="Urbanist"/>
              <a:buAutoNum type="arabicPeriod"/>
            </a:pPr>
            <a:r>
              <a:rPr b="1" lang="en-US" sz="2004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데이터 수집</a:t>
            </a:r>
            <a:endParaRPr sz="2000"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3726805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b="1" i="0" lang="en-US" sz="2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MediaPipe Landmark 추출</a:t>
            </a:r>
            <a:endParaRPr sz="2000"/>
          </a:p>
        </p:txBody>
      </p:sp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088" y="3199837"/>
            <a:ext cx="5314950" cy="287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904875" y="4232601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Holistic 모델을 통한</a:t>
            </a: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pose/face/left_hand/right_hand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랜드마크 추출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04875" y="5007826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프레임별 JSON 데이터 생성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및 검출 실패 시 null 처리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4162276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4938676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38100" y="2622626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수어 데이터 수집 및 랜드마크 추출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04863" y="2622626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웹캠을 통해 수어 영상 데이터 촬영하고 동작이 끝나면 자동으로 저장하는 프로세스 구축</a:t>
            </a:r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4038" y="1088674"/>
            <a:ext cx="3587075" cy="239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67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45112"/>
            <a:ext cx="5334000" cy="3182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71500" y="2468354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b="1" i="0" lang="en-US" sz="2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DTW </a:t>
            </a:r>
            <a:r>
              <a:rPr b="1" lang="en-US" sz="20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알고리즘 / 피드백</a:t>
            </a:r>
            <a:endParaRPr sz="2000"/>
          </a:p>
        </p:txBody>
      </p:sp>
      <p:pic>
        <p:nvPicPr>
          <p:cNvPr descr="image.png"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754637"/>
            <a:ext cx="5314950" cy="316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871500" y="3347297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두개의 시계열 데이터가 들어왔을때 비교가 되는 코드 제작</a:t>
            </a:r>
            <a:endParaRPr sz="1500">
              <a:solidFill>
                <a:srgbClr val="E2E8F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Urbanist"/>
              <a:buChar char="-"/>
            </a:pP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정답 reference와 사용자 landmark 비교</a:t>
            </a:r>
            <a:endParaRPr sz="1500">
              <a:solidFill>
                <a:srgbClr val="E2E8F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904875" y="4495651"/>
            <a:ext cx="50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04875" y="4410472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규칙기반 피드백 문장 생성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3263023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463" y="4373824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950862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피드백 엔진 및 데이터 수집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2373933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b="1" i="0" lang="en-US" sz="2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UI 및 </a:t>
            </a:r>
            <a:r>
              <a:rPr b="1" lang="en-US" sz="20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Web 흐름</a:t>
            </a:r>
            <a:endParaRPr sz="2000"/>
          </a:p>
        </p:txBody>
      </p:sp>
      <p:sp>
        <p:nvSpPr>
          <p:cNvPr id="172" name="Google Shape;172;p20"/>
          <p:cNvSpPr txBox="1"/>
          <p:nvPr/>
        </p:nvSpPr>
        <p:spPr>
          <a:xfrm>
            <a:off x="871500" y="3238388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단어 선택 화면 및 연습 시작 버튼 구성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71500" y="4026076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정답 영상 재생 및 결과 화면 표출까지 전반적인 서비스 흐름 설계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3157463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463" y="4002526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UI/</a:t>
            </a:r>
            <a:r>
              <a:rPr lang="en-US" sz="3600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웹 </a:t>
            </a:r>
            <a:r>
              <a:rPr lang="en-US" sz="3600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인터렉션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25" y="1754637"/>
            <a:ext cx="5314950" cy="3163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3210639" y="2333625"/>
            <a:ext cx="5770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03. 인프라 </a:t>
            </a:r>
            <a:r>
              <a:rPr b="1" lang="en-US" sz="45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구축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010025" y="4436715"/>
            <a:ext cx="417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협업 가속화를 위한 환경 설정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571500" y="1636100"/>
            <a:ext cx="52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GitHub 협업 환경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904875" y="2904232"/>
            <a:ext cx="4619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공동 개발 환경: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vs code에서 git을 연동하여 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팀 전체가 동일한 개발 스택에서 작업할 수 있도록  환경 일원화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904875" y="3666232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협업 매뉴얼: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브랜치 전략, 커밋 메시지 컨벤션 등 깃허브 협업 매뉴얼 자체 제작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904875" y="4428232"/>
            <a:ext cx="4619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지속적 개발: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실제 현업 개발 </a:t>
            </a: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환경 </a:t>
            </a: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경험</a:t>
            </a:r>
            <a:r>
              <a:rPr lang="en-US" sz="15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하여 지속적이 발전추구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290423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571500" y="366623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442823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descr="4명이 각자 노트북으로 코드 작성하는데 한곳으로 합쳐지는 사진" id="198" name="Google Shape;19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050" y="6182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3210589" y="2931275"/>
            <a:ext cx="5770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감사합니다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